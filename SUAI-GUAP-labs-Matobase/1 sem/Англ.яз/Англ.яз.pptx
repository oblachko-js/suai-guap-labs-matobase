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00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498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98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51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56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54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080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5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64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52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23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D25EB-51C3-4452-9CD0-27FA56053CC3}" type="datetimeFigureOut">
              <a:rPr lang="ru-RU" smtClean="0"/>
              <a:t>17.10.2022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984B5-2583-4491-9567-673F0713F7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92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90848"/>
            <a:ext cx="9144000" cy="2387600"/>
          </a:xfrm>
        </p:spPr>
        <p:txBody>
          <a:bodyPr>
            <a:normAutofit/>
          </a:bodyPr>
          <a:lstStyle/>
          <a:p>
            <a:r>
              <a:rPr lang="en-US" sz="9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Graphic Tablet</a:t>
            </a:r>
            <a:endParaRPr lang="ru-RU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81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515566"/>
            <a:ext cx="10515600" cy="1663429"/>
          </a:xfrm>
        </p:spPr>
        <p:txBody>
          <a:bodyPr>
            <a:noAutofit/>
          </a:bodyPr>
          <a:lstStyle/>
          <a:p>
            <a:pPr algn="just"/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graphics tablet is a device for entering information created by hand directly into a computer.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966" y="3287949"/>
            <a:ext cx="6284067" cy="3570051"/>
          </a:xfrm>
        </p:spPr>
      </p:pic>
    </p:spTree>
    <p:extLst>
      <p:ext uri="{BB962C8B-B14F-4D97-AF65-F5344CB8AC3E}">
        <p14:creationId xmlns:p14="http://schemas.microsoft.com/office/powerpoint/2010/main" val="383934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graphic tablets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6662"/>
            <a:ext cx="5486400" cy="4351338"/>
          </a:xfr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580" y="2506662"/>
            <a:ext cx="6701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13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350" y="2506662"/>
            <a:ext cx="6486525" cy="4351338"/>
          </a:xfrm>
        </p:spPr>
      </p:pic>
    </p:spTree>
    <p:extLst>
      <p:ext uri="{BB962C8B-B14F-4D97-AF65-F5344CB8AC3E}">
        <p14:creationId xmlns:p14="http://schemas.microsoft.com/office/powerpoint/2010/main" val="54128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1614"/>
            <a:ext cx="12192000" cy="5386386"/>
          </a:xfrm>
        </p:spPr>
      </p:pic>
    </p:spTree>
    <p:extLst>
      <p:ext uri="{BB962C8B-B14F-4D97-AF65-F5344CB8AC3E}">
        <p14:creationId xmlns:p14="http://schemas.microsoft.com/office/powerpoint/2010/main" val="84459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ending</a:t>
            </a:r>
            <a:b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can afford this tablet ;)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3"/>
          <a:stretch/>
        </p:blipFill>
        <p:spPr>
          <a:xfrm>
            <a:off x="0" y="1690689"/>
            <a:ext cx="12191999" cy="5167310"/>
          </a:xfrm>
        </p:spPr>
      </p:pic>
    </p:spTree>
    <p:extLst>
      <p:ext uri="{BB962C8B-B14F-4D97-AF65-F5344CB8AC3E}">
        <p14:creationId xmlns:p14="http://schemas.microsoft.com/office/powerpoint/2010/main" val="32092822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34</Words>
  <Application>Microsoft Office PowerPoint</Application>
  <PresentationFormat>Широкоэкранный</PresentationFormat>
  <Paragraphs>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Graphic Tablet</vt:lpstr>
      <vt:lpstr>A graphics tablet is a device for entering information created by hand directly into a computer.</vt:lpstr>
      <vt:lpstr>Types of graphic tablets</vt:lpstr>
      <vt:lpstr>Specifications</vt:lpstr>
      <vt:lpstr>Application</vt:lpstr>
      <vt:lpstr>The ending Everyone can afford this tablet ;)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 Tablet</dc:title>
  <dc:creator>user</dc:creator>
  <cp:lastModifiedBy>user</cp:lastModifiedBy>
  <cp:revision>9</cp:revision>
  <dcterms:created xsi:type="dcterms:W3CDTF">2022-10-17T13:57:31Z</dcterms:created>
  <dcterms:modified xsi:type="dcterms:W3CDTF">2022-10-17T14:23:12Z</dcterms:modified>
</cp:coreProperties>
</file>