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6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7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12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83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21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42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083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66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23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FBA8-FD4B-43EF-8368-1917FA34B9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A74BD-0B84-4375-ADDB-30B0DBFBCE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04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Пандемии и заболевания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92494" y="5936676"/>
            <a:ext cx="9144000" cy="1655762"/>
          </a:xfrm>
        </p:spPr>
        <p:txBody>
          <a:bodyPr/>
          <a:lstStyle/>
          <a:p>
            <a:r>
              <a:rPr lang="ru-RU" dirty="0" smtClean="0"/>
              <a:t>Супруненко Георгий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252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Пандемии и заболевания - это серьезная проблема, с которой сталкивается весь мир. Пандемии вызывают массовые заболевания, смерть и экономические потери. В этой презентации мы рассмотрим историю пандемий, причины их возникновения, распространение заболеваний, симптомы и лечение, профилактику, экономические и медицинские последствия.</a:t>
            </a:r>
          </a:p>
        </p:txBody>
      </p:sp>
    </p:spTree>
    <p:extLst>
      <p:ext uri="{BB962C8B-B14F-4D97-AF65-F5344CB8AC3E}">
        <p14:creationId xmlns:p14="http://schemas.microsoft.com/office/powerpoint/2010/main" val="407124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История пандемий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Чума, испанский грипп, СПИД и COVID-19 - это только некоторые из самых известных пандемий в истории человечества. Эти пандемии привели к миллионам смертей и имели серьезные последствия для мировой экономики и здравоохранения.</a:t>
            </a:r>
          </a:p>
        </p:txBody>
      </p:sp>
    </p:spTree>
    <p:extLst>
      <p:ext uri="{BB962C8B-B14F-4D97-AF65-F5344CB8AC3E}">
        <p14:creationId xmlns:p14="http://schemas.microsoft.com/office/powerpoint/2010/main" val="19508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Причины пандемий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Глобализация, изменение климата, недостаточная гигиена, мутации вирусов и другие факторы могут привести к возникновению пандемий. Некоторые из этих причин могут быть устранены или уменьшены, если принимать соответствующие меры.</a:t>
            </a:r>
          </a:p>
        </p:txBody>
      </p:sp>
    </p:spTree>
    <p:extLst>
      <p:ext uri="{BB962C8B-B14F-4D97-AF65-F5344CB8AC3E}">
        <p14:creationId xmlns:p14="http://schemas.microsoft.com/office/powerpoint/2010/main" val="322052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Распространение заболеваний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Заболевания могут распространяться различными способами, включая капельную инфекцию, контакт с зараженными поверхностями, пищевые и водные пути передачи. Понимание этих методов распространения и принятие соответствующих мер профилактики могут помочь предотвратить распространение заболеваний.</a:t>
            </a:r>
          </a:p>
        </p:txBody>
      </p:sp>
    </p:spTree>
    <p:extLst>
      <p:ext uri="{BB962C8B-B14F-4D97-AF65-F5344CB8AC3E}">
        <p14:creationId xmlns:p14="http://schemas.microsoft.com/office/powerpoint/2010/main" val="367765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Симптомы и лечение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Различные заболевания могут иметь различные симптомы и методы лечения. Превентивные меры, лекарства, вакцины и другие методы лечения могут помочь в борьбе с заболеваниями.</a:t>
            </a:r>
          </a:p>
        </p:txBody>
      </p:sp>
    </p:spTree>
    <p:extLst>
      <p:ext uri="{BB962C8B-B14F-4D97-AF65-F5344CB8AC3E}">
        <p14:creationId xmlns:p14="http://schemas.microsoft.com/office/powerpoint/2010/main" val="324024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Профилактика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Меры профилактики, такие как частое мытье рук, социальная дистанция, использование масок и вакцинация, могут помочь предотвратить распространение заболеваний. Соблюдение этих мер может быть критически важным для предотвращения пандемий.</a:t>
            </a:r>
          </a:p>
        </p:txBody>
      </p:sp>
    </p:spTree>
    <p:extLst>
      <p:ext uri="{BB962C8B-B14F-4D97-AF65-F5344CB8AC3E}">
        <p14:creationId xmlns:p14="http://schemas.microsoft.com/office/powerpoint/2010/main" val="104095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Экономические последствия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Пандемии могут иметь серьезные экономические последствия, такие как потеря рабочих мест, закрытие бизнесов, экономический спад и т.д. Эти последствия могут быть уменьшены, если принимать соответствующие меры.</a:t>
            </a:r>
          </a:p>
        </p:txBody>
      </p:sp>
    </p:spTree>
    <p:extLst>
      <p:ext uri="{BB962C8B-B14F-4D97-AF65-F5344CB8AC3E}">
        <p14:creationId xmlns:p14="http://schemas.microsoft.com/office/powerpoint/2010/main" val="81508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Последствия для здравоохранения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Пандемии могут иметь серьезные последствия для системы здравоохранения, такие как перегрузка больниц, недостаток медицинского оборудования и персонала, изменение приоритетов в здравоохранении и т.д. Понимание этих последствий может помочь в разработке более эффективных стратегий борьбы с пандемиями.</a:t>
            </a:r>
          </a:p>
        </p:txBody>
      </p:sp>
    </p:spTree>
    <p:extLst>
      <p:ext uri="{BB962C8B-B14F-4D97-AF65-F5344CB8AC3E}">
        <p14:creationId xmlns:p14="http://schemas.microsoft.com/office/powerpoint/2010/main" val="740038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Пандемии и заболевания - это серьезная проблема, но понимание причин их возникновения, методов распространения, симптомов и лечения, мер профилактики и последствий может помочь бороться с ними. Надеемся, что эта презентация была полезной для вас. 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764928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355</Words>
  <Application>Microsoft Office PowerPoint</Application>
  <PresentationFormat>Широкоэкранный</PresentationFormat>
  <Paragraphs>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Пандемии и заболевания</vt:lpstr>
      <vt:lpstr>Введение</vt:lpstr>
      <vt:lpstr>История пандемий</vt:lpstr>
      <vt:lpstr>Причины пандемий</vt:lpstr>
      <vt:lpstr>Распространение заболеваний</vt:lpstr>
      <vt:lpstr>Симптомы и лечение</vt:lpstr>
      <vt:lpstr>Профилактика</vt:lpstr>
      <vt:lpstr>Экономические последствия</vt:lpstr>
      <vt:lpstr>Последствия для здравоохранения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Пандемии и заболевания</dc:title>
  <dc:creator>user</dc:creator>
  <cp:lastModifiedBy>user</cp:lastModifiedBy>
  <cp:revision>4</cp:revision>
  <dcterms:created xsi:type="dcterms:W3CDTF">2023-05-15T09:58:38Z</dcterms:created>
  <dcterms:modified xsi:type="dcterms:W3CDTF">2023-05-15T10:09:55Z</dcterms:modified>
</cp:coreProperties>
</file>